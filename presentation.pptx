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6" r:id="rId4"/>
    <p:sldId id="261" r:id="rId5"/>
    <p:sldId id="265" r:id="rId6"/>
    <p:sldId id="263" r:id="rId7"/>
    <p:sldId id="264" r:id="rId8"/>
    <p:sldId id="257" r:id="rId9"/>
    <p:sldId id="258" r:id="rId10"/>
    <p:sldId id="259" r:id="rId11"/>
    <p:sldId id="267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6"/>
  </p:normalViewPr>
  <p:slideViewPr>
    <p:cSldViewPr snapToGrid="0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53DE-E20A-575F-4791-10A9547E6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1DB38-C600-434A-F6E8-8E3DE2A45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14A7D-3703-3E64-551E-5A586015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028F-89EC-2E4B-A8A6-3873DDEB3DA5}" type="datetimeFigureOut"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418CC-E8C7-0C0C-3A24-A97018676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B2194-C203-7C22-7AD5-0109DBEE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33F7-6488-E545-8A98-32A64C38C4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1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F5B40-F40C-7493-5B21-348CCA23A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6A9EC-8DA3-730F-BEAC-5BA03CA5A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9224F-EDB5-6D2C-EC09-2AE9CEE18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028F-89EC-2E4B-A8A6-3873DDEB3DA5}" type="datetimeFigureOut"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3C813-3A80-D930-E787-DA1C933F2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BA320-9CB8-D82F-163D-8AC98B32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33F7-6488-E545-8A98-32A64C38C4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7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BEDAD-5F10-23EA-F890-1B911F4C8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BA7D8-F341-ED20-D780-033B5B3C2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9C08A-9AFF-3E80-888E-00413EBE7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028F-89EC-2E4B-A8A6-3873DDEB3DA5}" type="datetimeFigureOut"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34E88-E40A-5701-18D5-4FD514466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44D0-0F01-B38B-1ACE-1849A4AC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33F7-6488-E545-8A98-32A64C38C4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3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C9D6-0CEE-325F-1D84-5E72E6D93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F880C-869B-B205-8E86-68452B9074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188B8-F2EE-0800-AA4A-DA14FF002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9977F-1CBB-3F20-27F3-B8CA66D7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028F-89EC-2E4B-A8A6-3873DDEB3DA5}" type="datetimeFigureOut"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D7987-3C55-396F-030E-A7222B58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EBF82-ED08-DC48-913B-8456EEF9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33F7-6488-E545-8A98-32A64C38C4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7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DFCEE-3749-E8A2-4757-A7CB25381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351AB-EE11-F6B8-15C2-CFCACD984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F081E-25A4-6E67-7C86-D3A68EFD4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D43F2-73FF-59D6-163B-93154FC1B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9028E7-4867-22B1-85CF-0BC3BCBC79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7C79F8-07D2-AF76-732D-6A97DD4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028F-89EC-2E4B-A8A6-3873DDEB3DA5}" type="datetimeFigureOut"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1C1940-B325-3308-0DE5-6EE3717EF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C2439-6B4F-9357-B46C-80E20B1A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33F7-6488-E545-8A98-32A64C38C4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1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9788-8E90-C656-1DFC-5FDDDF70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A8E7A5-62C7-8D76-3780-F6397C539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028F-89EC-2E4B-A8A6-3873DDEB3DA5}" type="datetimeFigureOut"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F8289-345E-E1C2-C054-C8C24AAE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3FDC2-DBAC-5B1C-A4AC-AE1AB635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33F7-6488-E545-8A98-32A64C38C4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88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F3A23-7645-0206-5973-B86F6E42A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028F-89EC-2E4B-A8A6-3873DDEB3DA5}" type="datetimeFigureOut"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E0D2D-76A3-65F6-2E77-8F436D4E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A5E91-975A-F465-DEBD-A37ADF6F9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33F7-6488-E545-8A98-32A64C38C4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0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9966-1562-55A4-0F33-92A5DF94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19CFA-5267-3269-5A0B-6A7A5DF56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1D852-48D7-4D13-48E6-4E3BC0327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A93D3-9DCF-A3F2-E7BA-A0DCB4E5B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028F-89EC-2E4B-A8A6-3873DDEB3DA5}" type="datetimeFigureOut"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F573F-63B8-0353-8AB8-51A0CF83A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D8D9E-ED2E-254E-9825-46A84313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33F7-6488-E545-8A98-32A64C38C4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9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0F559-A373-E042-55D2-64543A0AE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5D466-D867-C7EA-236A-F33F6B36A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E2D4D-4DE1-03DE-417C-9DF72DC3D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DC845-F0D4-A301-3D04-21D836D7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028F-89EC-2E4B-A8A6-3873DDEB3DA5}" type="datetimeFigureOut"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334B5-335B-FD59-E131-792554C5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E74AE-057A-7338-757D-8C8CA3EED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33F7-6488-E545-8A98-32A64C38C4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5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ACBB9-E807-D5CA-DD07-131F7ED2D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609D2-4B5B-E832-993A-54F8D5CF9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2B5CD-5BD7-1B3B-91C9-1380B22C7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028F-89EC-2E4B-A8A6-3873DDEB3DA5}" type="datetimeFigureOut"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A838F-ACFB-EA00-A725-014573923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F209B-E9D9-A731-1EFE-B7D4D57E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33F7-6488-E545-8A98-32A64C38C4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84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129318-756F-5C30-5BC8-D5A56C1889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68B20-5DD7-6701-1D3F-08BEA8B3F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2F8E4-0C4E-4656-77A3-DE5FB889E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028F-89EC-2E4B-A8A6-3873DDEB3DA5}" type="datetimeFigureOut"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3552D-490B-BF59-2079-57B8AD55F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6FB2F-1DE7-71E0-14F5-92264B967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33F7-6488-E545-8A98-32A64C38C4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8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E19A2-F463-4C56-4F5B-8DEFDD4F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4CE8B-924A-4A28-9D43-5CD9B0EEC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A9D4F-C3AE-2B6C-FEF6-62262A755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8F028F-89EC-2E4B-A8A6-3873DDEB3DA5}" type="datetimeFigureOut"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F40D5-197A-E5F2-6448-BD3AC2E6B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820B5-7202-716C-B463-6950A188F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A33F7-6488-E545-8A98-32A64C38C4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5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harpy-eagle.project-veracity.lif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2011-625B-2A42-E96B-88CCA6CB20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Driver</a:t>
            </a:r>
            <a:r>
              <a:rPr lang="zh-CN" altLang="en-US"/>
              <a:t> </a:t>
            </a:r>
            <a:r>
              <a:rPr lang="en-US" altLang="zh-CN"/>
              <a:t>Analysis</a:t>
            </a:r>
            <a:r>
              <a:rPr lang="zh-CN" altLang="en-US"/>
              <a:t> </a:t>
            </a:r>
            <a:r>
              <a:rPr lang="en-US" altLang="zh-CN"/>
              <a:t>System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4F4B7-CBC3-F44B-D516-7ECDF9F468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Y</a:t>
            </a:r>
            <a:r>
              <a:rPr lang="en-US" altLang="zh-CN"/>
              <a:t>ang</a:t>
            </a:r>
            <a:r>
              <a:rPr lang="zh-CN" altLang="en-US"/>
              <a:t> </a:t>
            </a:r>
            <a:r>
              <a:rPr lang="en-US" altLang="zh-CN"/>
              <a:t>Xikun,</a:t>
            </a:r>
            <a:r>
              <a:rPr lang="zh-CN" altLang="en-US"/>
              <a:t> </a:t>
            </a:r>
            <a:r>
              <a:rPr lang="en-US" altLang="zh-CN"/>
              <a:t>Yang</a:t>
            </a:r>
            <a:r>
              <a:rPr lang="zh-CN" altLang="en-US"/>
              <a:t> </a:t>
            </a:r>
            <a:r>
              <a:rPr lang="en-US" altLang="zh-CN"/>
              <a:t>Jinkun,</a:t>
            </a:r>
            <a:r>
              <a:rPr lang="zh-CN" altLang="en-US"/>
              <a:t> </a:t>
            </a:r>
            <a:r>
              <a:rPr lang="en-US" altLang="zh-CN"/>
              <a:t>Lau</a:t>
            </a:r>
            <a:r>
              <a:rPr lang="zh-CN" altLang="en-US"/>
              <a:t> </a:t>
            </a:r>
            <a:r>
              <a:rPr lang="en-US" altLang="zh-CN"/>
              <a:t>Kam-Ho,</a:t>
            </a:r>
            <a:r>
              <a:rPr lang="zh-CN" altLang="en-US"/>
              <a:t> </a:t>
            </a:r>
            <a:r>
              <a:rPr lang="en-US" altLang="zh-CN"/>
              <a:t>He</a:t>
            </a:r>
            <a:r>
              <a:rPr lang="zh-CN" altLang="en-US"/>
              <a:t> </a:t>
            </a:r>
            <a:r>
              <a:rPr lang="en-US" altLang="zh-CN"/>
              <a:t>Meisong,</a:t>
            </a:r>
            <a:r>
              <a:rPr lang="zh-CN" altLang="en-US"/>
              <a:t> </a:t>
            </a:r>
            <a:r>
              <a:rPr lang="en-US" altLang="zh-CN"/>
              <a:t>Li</a:t>
            </a:r>
            <a:r>
              <a:rPr lang="zh-CN" altLang="en-US"/>
              <a:t> </a:t>
            </a:r>
            <a:r>
              <a:rPr lang="en-US" altLang="zh-CN"/>
              <a:t>Yifeng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8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EB6A-FBB3-6714-2B80-1436711B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System</a:t>
            </a:r>
            <a:r>
              <a:rPr lang="zh-CN" altLang="en-US"/>
              <a:t> </a:t>
            </a:r>
            <a:r>
              <a:rPr lang="en-US" altLang="zh-CN"/>
              <a:t>Architecture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46B95-1F95-B63C-1E55-7018DEDEA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Data</a:t>
            </a:r>
            <a:r>
              <a:rPr lang="zh-CN" altLang="en-US"/>
              <a:t> </a:t>
            </a:r>
            <a:r>
              <a:rPr lang="en-US" altLang="zh-CN"/>
              <a:t>processing</a:t>
            </a:r>
            <a:r>
              <a:rPr lang="zh-CN" altLang="en-US"/>
              <a:t> </a:t>
            </a:r>
            <a:r>
              <a:rPr lang="en-US" altLang="zh-CN"/>
              <a:t>module</a:t>
            </a:r>
            <a:r>
              <a:rPr lang="zh-CN" altLang="en-US"/>
              <a:t> </a:t>
            </a:r>
            <a:r>
              <a:rPr lang="en-US" altLang="zh-CN"/>
              <a:t>(Spark)</a:t>
            </a:r>
          </a:p>
          <a:p>
            <a:r>
              <a:rPr lang="en-US" altLang="zh-CN"/>
              <a:t>Deployment</a:t>
            </a:r>
            <a:r>
              <a:rPr lang="zh-CN" altLang="en-US"/>
              <a:t> </a:t>
            </a:r>
            <a:r>
              <a:rPr lang="en-US" altLang="zh-CN"/>
              <a:t>backend</a:t>
            </a:r>
            <a:r>
              <a:rPr lang="zh-CN" altLang="en-US"/>
              <a:t> </a:t>
            </a:r>
            <a:r>
              <a:rPr lang="en-US" altLang="zh-CN"/>
              <a:t>module</a:t>
            </a:r>
            <a:r>
              <a:rPr lang="zh-CN" altLang="en-US"/>
              <a:t> </a:t>
            </a:r>
            <a:r>
              <a:rPr lang="en-US" altLang="zh-CN"/>
              <a:t>(AWS</a:t>
            </a:r>
            <a:r>
              <a:rPr lang="zh-CN" altLang="en-US"/>
              <a:t> </a:t>
            </a:r>
            <a:r>
              <a:rPr lang="en-US" altLang="zh-CN"/>
              <a:t>services)</a:t>
            </a:r>
          </a:p>
          <a:p>
            <a:r>
              <a:rPr lang="en-US" altLang="zh-CN"/>
              <a:t>Backend</a:t>
            </a:r>
            <a:r>
              <a:rPr lang="zh-CN" altLang="en-US"/>
              <a:t> </a:t>
            </a:r>
            <a:r>
              <a:rPr lang="en-US" altLang="zh-CN"/>
              <a:t>module</a:t>
            </a:r>
            <a:r>
              <a:rPr lang="zh-CN" altLang="en-US"/>
              <a:t> </a:t>
            </a:r>
            <a:r>
              <a:rPr lang="en-US" altLang="zh-CN"/>
              <a:t>(Python</a:t>
            </a:r>
            <a:r>
              <a:rPr lang="zh-CN" altLang="en-US"/>
              <a:t> </a:t>
            </a:r>
            <a:r>
              <a:rPr lang="en-US" altLang="zh-CN"/>
              <a:t>Flask)</a:t>
            </a:r>
          </a:p>
          <a:p>
            <a:r>
              <a:rPr lang="en-US" altLang="zh-CN"/>
              <a:t>Frontend</a:t>
            </a:r>
            <a:r>
              <a:rPr lang="zh-CN" altLang="en-US"/>
              <a:t> </a:t>
            </a:r>
            <a:r>
              <a:rPr lang="en-US" altLang="zh-CN"/>
              <a:t>module</a:t>
            </a:r>
            <a:r>
              <a:rPr lang="zh-CN" altLang="en-US"/>
              <a:t> </a:t>
            </a:r>
            <a:r>
              <a:rPr lang="en-US" altLang="zh-CN"/>
              <a:t>(HTML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CSS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JS)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2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F5061-1A49-F206-ADE5-4A1121278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2FD7E-A788-7CCC-43E6-EA8BAB528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7A58B3-135D-C8A9-D43C-85DC398F8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50" y="152400"/>
            <a:ext cx="73025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70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A36ED-5FCC-CC62-87DB-E10AC6CD3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Data</a:t>
            </a:r>
            <a:r>
              <a:rPr lang="zh-CN" altLang="en-US"/>
              <a:t> </a:t>
            </a:r>
            <a:r>
              <a:rPr lang="en-US" altLang="zh-CN"/>
              <a:t>Processing</a:t>
            </a:r>
            <a:r>
              <a:rPr lang="zh-CN" altLang="en-US"/>
              <a:t> </a:t>
            </a:r>
            <a:r>
              <a:rPr lang="en-US" altLang="zh-CN"/>
              <a:t>Module</a:t>
            </a:r>
            <a:r>
              <a:rPr lang="zh-CN" altLang="en-US"/>
              <a:t> </a:t>
            </a:r>
            <a:r>
              <a:rPr lang="en-US" altLang="zh-CN"/>
              <a:t>(Spark)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E1BAE-6B50-3594-AADF-4E6E4DD24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Read</a:t>
            </a:r>
            <a:r>
              <a:rPr lang="zh-CN" altLang="en-US"/>
              <a:t>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dataset/detail-records/</a:t>
            </a:r>
          </a:p>
          <a:p>
            <a:r>
              <a:rPr lang="en-US" altLang="zh-CN"/>
              <a:t>Generate</a:t>
            </a:r>
            <a:r>
              <a:rPr lang="zh-CN" altLang="en-US"/>
              <a:t> </a:t>
            </a:r>
            <a:r>
              <a:rPr lang="en-US" altLang="zh-CN"/>
              <a:t>driver</a:t>
            </a:r>
            <a:r>
              <a:rPr lang="zh-CN" altLang="en-US"/>
              <a:t> </a:t>
            </a:r>
            <a:r>
              <a:rPr lang="en-US" altLang="zh-CN"/>
              <a:t>summary</a:t>
            </a:r>
          </a:p>
          <a:p>
            <a:r>
              <a:rPr lang="en-US" altLang="zh-CN"/>
              <a:t>Calculate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risk</a:t>
            </a:r>
            <a:r>
              <a:rPr lang="zh-CN" altLang="en-US"/>
              <a:t> </a:t>
            </a:r>
            <a:r>
              <a:rPr lang="en-US" altLang="zh-CN"/>
              <a:t>score</a:t>
            </a:r>
          </a:p>
          <a:p>
            <a:r>
              <a:rPr lang="en-US" altLang="zh-CN"/>
              <a:t>Generate</a:t>
            </a:r>
            <a:r>
              <a:rPr lang="zh-CN" altLang="en-US"/>
              <a:t> </a:t>
            </a:r>
            <a:r>
              <a:rPr lang="en-US" altLang="zh-CN"/>
              <a:t>event</a:t>
            </a:r>
            <a:r>
              <a:rPr lang="zh-CN" altLang="en-US"/>
              <a:t> </a:t>
            </a:r>
            <a:r>
              <a:rPr lang="en-US" altLang="zh-CN"/>
              <a:t>records</a:t>
            </a:r>
            <a:r>
              <a:rPr lang="zh-CN" altLang="en-US"/>
              <a:t> </a:t>
            </a:r>
            <a:r>
              <a:rPr lang="en-US" altLang="zh-CN"/>
              <a:t>(for</a:t>
            </a:r>
            <a:r>
              <a:rPr lang="zh-CN" altLang="en-US"/>
              <a:t> </a:t>
            </a:r>
            <a:r>
              <a:rPr lang="en-US" altLang="zh-CN"/>
              <a:t>user-customized</a:t>
            </a:r>
            <a:r>
              <a:rPr lang="zh-CN" altLang="en-US"/>
              <a:t> </a:t>
            </a:r>
            <a:r>
              <a:rPr lang="en-US" altLang="zh-CN"/>
              <a:t>time</a:t>
            </a:r>
            <a:r>
              <a:rPr lang="zh-CN" altLang="en-US"/>
              <a:t> </a:t>
            </a:r>
            <a:r>
              <a:rPr lang="en-US" altLang="zh-CN"/>
              <a:t>period</a:t>
            </a:r>
            <a:r>
              <a:rPr lang="zh-CN" altLang="en-US"/>
              <a:t> </a:t>
            </a:r>
            <a:r>
              <a:rPr lang="en-US" altLang="zh-CN"/>
              <a:t>filter)</a:t>
            </a:r>
          </a:p>
          <a:p>
            <a:r>
              <a:rPr lang="en-US" altLang="zh-CN"/>
              <a:t>Add</a:t>
            </a:r>
            <a:r>
              <a:rPr lang="zh-CN" altLang="en-US"/>
              <a:t> </a:t>
            </a:r>
            <a:r>
              <a:rPr lang="en-US" altLang="zh-CN"/>
              <a:t>DynamoDB</a:t>
            </a:r>
            <a:r>
              <a:rPr lang="zh-CN" altLang="en-US"/>
              <a:t> </a:t>
            </a:r>
            <a:r>
              <a:rPr lang="en-US" altLang="zh-CN"/>
              <a:t>keys</a:t>
            </a:r>
          </a:p>
          <a:p>
            <a:r>
              <a:rPr lang="en-US" altLang="zh-CN"/>
              <a:t>Write</a:t>
            </a:r>
            <a:r>
              <a:rPr lang="zh-CN" altLang="en-US"/>
              <a:t> </a:t>
            </a:r>
            <a:r>
              <a:rPr lang="en-US" altLang="zh-CN"/>
              <a:t>into</a:t>
            </a:r>
            <a:r>
              <a:rPr lang="zh-CN" altLang="en-US"/>
              <a:t> </a:t>
            </a:r>
            <a:r>
              <a:rPr lang="en-US" altLang="zh-CN"/>
              <a:t>DynamoDB</a:t>
            </a:r>
            <a:r>
              <a:rPr lang="zh-CN" altLang="en-US"/>
              <a:t> </a:t>
            </a:r>
            <a:r>
              <a:rPr lang="en-US" altLang="zh-CN"/>
              <a:t>database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65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F321A-D218-F8B9-44EB-712FDD5FF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FAA10-D6A8-5417-4995-6AF2F2D0F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CD44A-5D51-2C0A-65C8-3C6275170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480" y="839661"/>
            <a:ext cx="7965030" cy="517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5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F186-C9A0-EB52-52EE-01B8501F1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Backend</a:t>
            </a:r>
            <a:r>
              <a:rPr lang="zh-CN" altLang="en-US"/>
              <a:t> </a:t>
            </a:r>
            <a:r>
              <a:rPr lang="en-US" altLang="zh-CN"/>
              <a:t>module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597B9-D987-14AB-B672-85C02357E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altLang="zh-CN" b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/health</a:t>
            </a:r>
          </a:p>
          <a:p>
            <a:r>
              <a:rPr lang="en-US" altLang="zh-CN" b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/ready</a:t>
            </a:r>
          </a:p>
          <a:p>
            <a:r>
              <a:rPr lang="en-US" altLang="zh-CN" b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api/summary</a:t>
            </a:r>
          </a:p>
          <a:p>
            <a:r>
              <a:rPr lang="en-US" altLang="zh-CN" b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api/summary?</a:t>
            </a:r>
            <a:r>
              <a:rPr lang="en-US" altLang="zh-CN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start=&lt;&gt;&amp;end=&lt;&gt;</a:t>
            </a:r>
          </a:p>
          <a:p>
            <a:r>
              <a:rPr lang="en-US" altLang="zh-CN" b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api/drivers</a:t>
            </a:r>
          </a:p>
          <a:p>
            <a:r>
              <a:rPr lang="en-US" altLang="zh-CN" b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api/speed/&lt;id&gt;</a:t>
            </a:r>
          </a:p>
          <a:p>
            <a:r>
              <a:rPr lang="en-US" altLang="zh-CN" b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api/speed/&lt;id&gt;?</a:t>
            </a:r>
            <a:r>
              <a:rPr lang="en-US" altLang="zh-CN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limit=&lt;&gt;&amp;cursor=&lt;next&gt;</a:t>
            </a:r>
          </a:p>
        </p:txBody>
      </p:sp>
    </p:spTree>
    <p:extLst>
      <p:ext uri="{BB962C8B-B14F-4D97-AF65-F5344CB8AC3E}">
        <p14:creationId xmlns:p14="http://schemas.microsoft.com/office/powerpoint/2010/main" val="294682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F3BE-2461-40C2-1B14-4EE6AD49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Frontend</a:t>
            </a:r>
            <a:r>
              <a:rPr lang="zh-CN" altLang="en-US"/>
              <a:t> </a:t>
            </a:r>
            <a:r>
              <a:rPr lang="en-US" altLang="zh-CN"/>
              <a:t>module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E1EFE-B1CD-DA30-4498-1D35DDF40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MacOS</a:t>
            </a:r>
            <a:r>
              <a:rPr lang="zh-CN" altLang="en-US"/>
              <a:t> </a:t>
            </a:r>
            <a:r>
              <a:rPr lang="en-US" altLang="zh-CN"/>
              <a:t>Aqua</a:t>
            </a:r>
            <a:r>
              <a:rPr lang="zh-CN" altLang="en-US"/>
              <a:t> </a:t>
            </a:r>
            <a:r>
              <a:rPr lang="en-US" altLang="zh-CN"/>
              <a:t>style</a:t>
            </a:r>
          </a:p>
          <a:p>
            <a:endParaRPr lang="en-US" altLang="zh-CN"/>
          </a:p>
          <a:p>
            <a:r>
              <a:rPr lang="en-US" altLang="zh-CN"/>
              <a:t>Driver</a:t>
            </a:r>
            <a:r>
              <a:rPr lang="zh-CN" altLang="en-US"/>
              <a:t> </a:t>
            </a:r>
            <a:r>
              <a:rPr lang="en-US" altLang="zh-CN"/>
              <a:t>behabior</a:t>
            </a:r>
            <a:r>
              <a:rPr lang="zh-CN" altLang="en-US"/>
              <a:t> </a:t>
            </a:r>
            <a:r>
              <a:rPr lang="en-US" altLang="zh-CN"/>
              <a:t>summary</a:t>
            </a:r>
          </a:p>
          <a:p>
            <a:r>
              <a:rPr lang="en-US" altLang="zh-CN"/>
              <a:t>Per-driver</a:t>
            </a:r>
            <a:r>
              <a:rPr lang="zh-CN" altLang="en-US"/>
              <a:t> </a:t>
            </a:r>
            <a:r>
              <a:rPr lang="en-US" altLang="zh-CN"/>
              <a:t>speed</a:t>
            </a:r>
            <a:r>
              <a:rPr lang="zh-CN" altLang="en-US"/>
              <a:t> </a:t>
            </a:r>
            <a:r>
              <a:rPr lang="en-US" altLang="zh-CN"/>
              <a:t>monitor</a:t>
            </a:r>
          </a:p>
          <a:p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drivers</a:t>
            </a:r>
            <a:r>
              <a:rPr lang="zh-CN" altLang="en-US"/>
              <a:t> </a:t>
            </a:r>
            <a:r>
              <a:rPr lang="en-US" altLang="zh-CN"/>
              <a:t>speed</a:t>
            </a:r>
            <a:r>
              <a:rPr lang="zh-CN" altLang="en-US"/>
              <a:t> </a:t>
            </a:r>
            <a:r>
              <a:rPr lang="en-US" altLang="zh-CN"/>
              <a:t>monitor</a:t>
            </a:r>
          </a:p>
          <a:p>
            <a:endParaRPr lang="en-US"/>
          </a:p>
          <a:p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refer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demo</a:t>
            </a:r>
            <a:r>
              <a:rPr lang="zh-CN" altLang="en-US"/>
              <a:t> </a:t>
            </a:r>
            <a:r>
              <a:rPr lang="en-US" altLang="zh-CN"/>
              <a:t>presentation.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2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5570A-4EC4-3058-F727-D15EF10AD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Deployment:</a:t>
            </a:r>
            <a:r>
              <a:rPr lang="zh-CN" altLang="en-US"/>
              <a:t> </a:t>
            </a:r>
            <a:r>
              <a:rPr lang="en-US" altLang="zh-CN" b="1"/>
              <a:t>AWS</a:t>
            </a:r>
            <a:r>
              <a:rPr lang="zh-CN" altLang="en-US" b="1"/>
              <a:t> </a:t>
            </a:r>
            <a:r>
              <a:rPr lang="en-US" altLang="zh-CN" b="1"/>
              <a:t>Orchestration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D0B8A-8807-2F2B-137F-47A310F84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Upload code and data from local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 b="1">
                <a:solidFill>
                  <a:srgbClr val="FF0000"/>
                </a:solidFill>
              </a:rPr>
              <a:t>S3</a:t>
            </a:r>
            <a:endParaRPr lang="en-US" b="1">
              <a:solidFill>
                <a:srgbClr val="FF0000"/>
              </a:solidFill>
            </a:endParaRPr>
          </a:p>
          <a:p>
            <a:r>
              <a:rPr lang="en-US"/>
              <a:t>→ run Spark jobs on </a:t>
            </a:r>
            <a:r>
              <a:rPr lang="en-US" b="1">
                <a:solidFill>
                  <a:srgbClr val="FF0000"/>
                </a:solidFill>
              </a:rPr>
              <a:t>EMR</a:t>
            </a:r>
            <a:r>
              <a:rPr lang="en-US"/>
              <a:t> </a:t>
            </a:r>
          </a:p>
          <a:p>
            <a:r>
              <a:rPr lang="en-US"/>
              <a:t>→ store processed results in </a:t>
            </a:r>
            <a:r>
              <a:rPr lang="en-US" b="1">
                <a:solidFill>
                  <a:srgbClr val="FF0000"/>
                </a:solidFill>
              </a:rPr>
              <a:t>DynamoDB</a:t>
            </a:r>
            <a:r>
              <a:rPr lang="en-US"/>
              <a:t> </a:t>
            </a:r>
          </a:p>
          <a:p>
            <a:r>
              <a:rPr lang="en-US"/>
              <a:t>→ run Flask/Gunicorn on </a:t>
            </a:r>
            <a:r>
              <a:rPr lang="en-US" b="1">
                <a:solidFill>
                  <a:srgbClr val="FF0000"/>
                </a:solidFill>
              </a:rPr>
              <a:t>EC2</a:t>
            </a:r>
            <a:r>
              <a:rPr lang="en-US"/>
              <a:t> </a:t>
            </a:r>
          </a:p>
          <a:p>
            <a:r>
              <a:rPr lang="en-US"/>
              <a:t>→ expose to the public internet via </a:t>
            </a:r>
            <a:r>
              <a:rPr lang="en-US" b="1">
                <a:solidFill>
                  <a:srgbClr val="FF0000"/>
                </a:solidFill>
              </a:rPr>
              <a:t>Cloudflare Tunnel</a:t>
            </a:r>
          </a:p>
        </p:txBody>
      </p:sp>
    </p:spTree>
    <p:extLst>
      <p:ext uri="{BB962C8B-B14F-4D97-AF65-F5344CB8AC3E}">
        <p14:creationId xmlns:p14="http://schemas.microsoft.com/office/powerpoint/2010/main" val="3580696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1993E-F924-F6CE-A02A-817A8D25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Deployment:</a:t>
            </a:r>
            <a:r>
              <a:rPr lang="zh-CN" altLang="en-US"/>
              <a:t> </a:t>
            </a:r>
            <a:r>
              <a:rPr lang="en-US" altLang="zh-CN" b="1"/>
              <a:t>AWS</a:t>
            </a:r>
            <a:r>
              <a:rPr lang="zh-CN" altLang="en-US" b="1"/>
              <a:t> </a:t>
            </a:r>
            <a:r>
              <a:rPr lang="en-US" altLang="zh-CN" b="1"/>
              <a:t>Orchestration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E76AD-7019-BCFF-10B8-D23757796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S3: </a:t>
            </a:r>
            <a:r>
              <a:rPr lang="en-US"/>
              <a:t>Stores Spark scripts, raw datasets, and EMR logs.</a:t>
            </a:r>
          </a:p>
          <a:p>
            <a:r>
              <a:rPr lang="en-US" b="1"/>
              <a:t>EMR: </a:t>
            </a:r>
            <a:r>
              <a:rPr lang="en-US"/>
              <a:t>Runs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spark/spark_analysis.py</a:t>
            </a:r>
            <a:r>
              <a:rPr lang="en-US"/>
              <a:t> for data processing and analysis.</a:t>
            </a:r>
          </a:p>
          <a:p>
            <a:r>
              <a:rPr lang="en-US" b="1"/>
              <a:t>DynamoDB: </a:t>
            </a:r>
            <a:r>
              <a:rPr lang="en-US"/>
              <a:t>Stores processed summaries and event-level details generated by Spark.</a:t>
            </a:r>
          </a:p>
          <a:p>
            <a:r>
              <a:rPr lang="en-US" b="1"/>
              <a:t>EC2: </a:t>
            </a:r>
            <a:r>
              <a:rPr lang="en-US"/>
              <a:t>Runs only the Flask web application (no Spark jobs).</a:t>
            </a:r>
          </a:p>
          <a:p>
            <a:r>
              <a:rPr lang="en-US" b="1"/>
              <a:t>Gunicorn: </a:t>
            </a:r>
            <a:r>
              <a:rPr lang="en-US"/>
              <a:t>Serves as the production WSGI server for Flask.</a:t>
            </a:r>
          </a:p>
          <a:p>
            <a:r>
              <a:rPr lang="en-US" b="1"/>
              <a:t>Cloudflare Tunnel: Exposes </a:t>
            </a:r>
            <a:r>
              <a:rPr lang="en-US"/>
              <a:t>the EC2 local service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localhost:8000</a:t>
            </a:r>
            <a:r>
              <a:rPr lang="en-US"/>
              <a:t>) to a public domain.</a:t>
            </a:r>
          </a:p>
        </p:txBody>
      </p:sp>
    </p:spTree>
    <p:extLst>
      <p:ext uri="{BB962C8B-B14F-4D97-AF65-F5344CB8AC3E}">
        <p14:creationId xmlns:p14="http://schemas.microsoft.com/office/powerpoint/2010/main" val="186778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57578-5751-3311-7B8B-99EBE99E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Deployment:</a:t>
            </a:r>
            <a:r>
              <a:rPr lang="zh-CN" altLang="en-US"/>
              <a:t> </a:t>
            </a:r>
            <a:r>
              <a:rPr lang="en-US" altLang="zh-CN" b="1"/>
              <a:t>Security</a:t>
            </a:r>
            <a:r>
              <a:rPr lang="zh-CN" altLang="en-US" b="1"/>
              <a:t> </a:t>
            </a:r>
            <a:r>
              <a:rPr lang="en-US" altLang="zh-CN" b="1"/>
              <a:t>Group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FCBD7-1224-A14B-5AEF-0726D5E3B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b="1"/>
              <a:t>security group </a:t>
            </a:r>
            <a:r>
              <a:rPr lang="en-US"/>
              <a:t>only needs to allow SSH access for </a:t>
            </a:r>
            <a:r>
              <a:rPr lang="en-US" b="1"/>
              <a:t>administrators</a:t>
            </a:r>
            <a:r>
              <a:rPr lang="en-US"/>
              <a:t>, since public traffic goes through Cloudflare Tunnel and there is no need to open ports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  <a:r>
              <a:rPr lang="en-US"/>
              <a:t>/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443</a:t>
            </a:r>
            <a:r>
              <a:rPr lang="en-US"/>
              <a:t> directly.</a:t>
            </a:r>
          </a:p>
        </p:txBody>
      </p:sp>
    </p:spTree>
    <p:extLst>
      <p:ext uri="{BB962C8B-B14F-4D97-AF65-F5344CB8AC3E}">
        <p14:creationId xmlns:p14="http://schemas.microsoft.com/office/powerpoint/2010/main" val="3425307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F302-C855-2DBA-AB42-116AC9A0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Deployment: </a:t>
            </a:r>
            <a:r>
              <a:rPr lang="en-US" b="1" dirty="0"/>
              <a:t>IAM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151B8-C0B2-78BC-5F15-A67A48719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IAM: EMR instance profile = S3 read/log write + DynamoDB read/write; EC2 role = DynamoDB read only</a:t>
            </a:r>
          </a:p>
        </p:txBody>
      </p:sp>
    </p:spTree>
    <p:extLst>
      <p:ext uri="{BB962C8B-B14F-4D97-AF65-F5344CB8AC3E}">
        <p14:creationId xmlns:p14="http://schemas.microsoft.com/office/powerpoint/2010/main" val="1162600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E853-2613-A2E0-6CB4-E13554A3E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/>
              <a:t>Demo</a:t>
            </a:r>
            <a:endParaRPr lang="en-US"/>
          </a:p>
        </p:txBody>
      </p:sp>
      <p:pic>
        <p:nvPicPr>
          <p:cNvPr id="5" name="Content Placeholder 4">
            <a:hlinkClick r:id="rId2"/>
            <a:extLst>
              <a:ext uri="{FF2B5EF4-FFF2-40B4-BE49-F238E27FC236}">
                <a16:creationId xmlns:a16="http://schemas.microsoft.com/office/drawing/2014/main" id="{8001050E-C5AF-7105-6C66-1D4D525FA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16074" y="1137900"/>
            <a:ext cx="8959852" cy="5453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321062-81AE-BD43-C212-0404B08A973B}"/>
              </a:ext>
            </a:extLst>
          </p:cNvPr>
          <p:cNvSpPr txBox="1"/>
          <p:nvPr/>
        </p:nvSpPr>
        <p:spPr>
          <a:xfrm>
            <a:off x="2996242" y="494581"/>
            <a:ext cx="6538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https://harpy-eagle.project-veracity.life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564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347</Words>
  <Application>Microsoft Macintosh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Driver Analysis System</vt:lpstr>
      <vt:lpstr>System Architecture</vt:lpstr>
      <vt:lpstr>PowerPoint Presentation</vt:lpstr>
      <vt:lpstr>Data Processing Module (Spark)</vt:lpstr>
      <vt:lpstr>PowerPoint Presentation</vt:lpstr>
      <vt:lpstr>Backend module</vt:lpstr>
      <vt:lpstr>Frontend module</vt:lpstr>
      <vt:lpstr>Deployment: AWS Orchestration</vt:lpstr>
      <vt:lpstr>Deployment: AWS Orchestration</vt:lpstr>
      <vt:lpstr>Deployment: Security Group</vt:lpstr>
      <vt:lpstr>Deployment: IAM Configuration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frank xikun [Student]</dc:creator>
  <cp:lastModifiedBy>YANG, Jimkun [Student]</cp:lastModifiedBy>
  <cp:revision>12</cp:revision>
  <dcterms:created xsi:type="dcterms:W3CDTF">2026-04-15T06:15:05Z</dcterms:created>
  <dcterms:modified xsi:type="dcterms:W3CDTF">2026-04-15T06:57:52Z</dcterms:modified>
</cp:coreProperties>
</file>